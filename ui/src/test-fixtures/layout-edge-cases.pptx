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Slide1"/>
    <p:sldId id="257" r:id="rIdSlide2"/>
  </p:sldIdLst>
  <p:sldSz cx="9144000" cy="6858000"/>
</p:presentation>
</file>

<file path=ppt/_rels/presentation.xml.rels><?xml version="1.0" encoding="UTF-8" standalone="yes"?>
<Relationships xmlns="http://schemas.openxmlformats.org/package/2006/relationships">
<Relationship Id="rIdSlide1" Type="http://schemas.openxmlformats.org/officeDocument/2006/relationships/slide" Target="slides/slide1.xml"/>
<Relationship Id="rIdSlide2" Type="http://schemas.openxmlformats.org/officeDocument/2006/relationships/slide" Target="slides/slide2.xml"/>
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NoBody"/>
          <p:cNvSpPr/>
          <p:nvPr/>
        </p:nvSpPr>
        <p:spPr/>
      </p:sp>
      <p:sp>
        <p:nvSpPr>
          <p:cNvPr id="5" name="Notes Text"/>
          <p:cNvSpPr/>
          <p:nvPr/>
        </p:nvSpPr>
        <p:spPr/>
        <p:txBody>
          <a:bodyPr/>
          <a:p>
            <a:r>
              <a:t>Real note text.</a:t>
            </a:r>
          </a:p>
        </p:txBody>
      </p:sp>
    </p:spTree>
  </p:cSld>
</p:note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theme" Target="../theme/theme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0000" y="400000"/>
            <a:ext cx="4000000" cy="800000"/>
          </a:xfrm>
        </p:spPr>
        <p:txBody>
          <a:bodyPr/>
          <a:p/>
        </p:txBody>
      </p:sp>
      <p:sp>
        <p:nvSpPr>
          <p:cNvPr id="3" name="Decoration"/>
          <p:cNvSpPr/>
          <p:nvPr/>
        </p:nvSpPr>
        <p:spPr>
          <a:xfrm>
            <a:off x="0" y="0"/>
            <a:ext cx="100" cy="100"/>
          </a:xfrm>
        </p:spPr>
        <p:txBody>
          <a:bodyPr/>
          <a:p/>
        </p:txBody>
      </p:sp>
    </p:spTree>
  </p:cSld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0000" y="300000"/>
            <a:ext cx="3000000" cy="700000"/>
          </a:xfrm>
        </p:spPr>
        <p:txBody>
          <a:bodyPr/>
          <a:p/>
        </p:txBody>
      </p:sp>
    </p:spTree>
  </p:cSld>
</p:sldLayout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No Master Rels Slide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No Master Rel Slide</a:t>
            </a:r>
          </a:p>
        </p:txBody>
      </p:sp>
    </p:spTree>
  </p:cSld>
</p:sld>
</file>