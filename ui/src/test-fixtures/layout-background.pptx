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Slide1"/>
    <p:sldId id="257" r:id="rIdSlide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Slide1" Type="http://schemas.openxmlformats.org/officeDocument/2006/relationships/slide" Target="slides/slide1.xml"/>
<Relationship Id="rIdSlide2" Type="http://schemas.openxmlformats.org/officeDocument/2006/relationships/slide" Target="slides/slide2.xml"/>
<Relationship Id="rIdMaster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sldLayout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Layout Background Slide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t>Master Background Slide</a:t>
            </a:r>
          </a:p>
        </p:txBody>
      </p:sp>
    </p:spTree>
  </p:cSld>
</p:sld>
</file>