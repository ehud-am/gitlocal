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  <p:sldId id="257" r:id="rIdSlide2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Slide2" Type="http://schemas.openxmlformats.org/officeDocument/2006/relationships/slide" Target="slides/slide2.xml"/>
<Relationship Id="rIdMaster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99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000" y="400000"/>
            <a:ext cx="4000000" cy="800000"/>
          </a:xfrm>
        </p:spPr>
        <p:txBody>
          <a:bodyPr/>
          <a:p/>
        </p:txBody>
      </p:sp>
    </p:spTree>
  </p:cSld>
</p:sldLayout>
</file>

<file path=ppt/slideMasters/slideMaster1.xml><?xml version="1.0" encoding="utf-8"?>
<p:notAMaster xmlns:p="http://schemas.openxmlformats.org/presentationml/2006/main"/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00" y="500000"/>
            <a:ext cx="4000000" cy="900000"/>
          </a:xfrm>
        </p:spPr>
        <p:txBody>
          <a:bodyPr/>
          <a:p>
            <a:r>
              <a:t>Missing Master File Slide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00" y="500000"/>
            <a:ext cx="4000000" cy="900000"/>
          </a:xfrm>
        </p:spPr>
        <p:txBody>
          <a:bodyPr/>
          <a:p>
            <a:r>
              <a:t>Malformed Master Root Slide</a:t>
            </a:r>
          </a:p>
        </p:txBody>
      </p:sp>
    </p:spTree>
  </p:cSld>
</p:sld>
</file>