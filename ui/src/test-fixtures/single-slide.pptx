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</p:sldIdLst>
  <p:sldSz cx="9144000" cy="6858000"/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7772400" cy="1143000"/>
          </a:xfrm>
        </p:spPr>
        <p:txBody>
          <a:bodyPr/>
          <a:p>
            <a:r>
              <a:rPr lang="en-US" b="1" sz="4400">
                <a:solidFill>
                  <a:srgbClr val="1A1A1A"/>
                </a:solidFill>
              </a:rPr>
              <a:t>Only Slide</a:t>
            </a:r>
          </a:p>
        </p:txBody>
      </p:sp>
    </p:spTree>
  </p:cSld>
</p:sld>
</file>