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Slide1"/>
    <p:sldId id="257" r:id="rIdSlide2"/>
  </p:sldIdLst>
  <p:sldSz cx="9144000" cy="6858000"/>
</p:presentation>
</file>

<file path=ppt/_rels/presentation.xml.rels><?xml version="1.0" encoding="UTF-8" standalone="yes"?>
<Relationships xmlns="http://schemas.openxmlformats.org/package/2006/relationships">
<Relationship Id="rIdSlide1" Type="http://schemas.openxmlformats.org/officeDocument/2006/relationships/slide" Target="slides/slide1.xml"/>
<Relationship Id="rIdSlide2" Type="http://schemas.openxmlformats.org/officeDocument/2006/relationships/slide" Target="slides/slide2.xml"/>
<Relationship Id="rIdMaster1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 standalone="yes"?>
<p:sldLayout xmlns:a="http://schemas.openxmlformats.org/drawingml/2006/main" xmlns:r="http://schemas.openxmlformats.org/officeDocument/2006/relationships" xmlns:p="http://schemas.openxmlformats.org/presentationml/2006/main">
<p:cSld><p:bg><p:bgRef idx="1001"><a:schemeClr val="accent1"/></a:bgRef></p:bg><p:spTree>
<p:nvGrpSpPr><p:cNvPr id="1" name=""/><p:cNvGrpSpPr/><p:nvPr/></p:nvGrpSpPr>
<p:grpSpPr/>
<p:sp>
<p:nvSpPr><p:cNvPr id="2" name="Title Placeholder 1"/><p:cNvSpPr><a:spLocks noGrp="1"/></p:cNvSpPr><p:nvPr><p:ph type="title"/></p:nvPr></p:nvSpPr>
<p:spPr><a:xfrm><a:off x="400000" y="400000"/><a:ext cx="4000000" cy="800000"/></a:xfrm></p:spPr>
<p:txBody><a:bodyPr/><a:p/></p:txBody>
</p:sp>
</p:spTree></p:cSld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0000" y="400000"/>
            <a:ext cx="4000000" cy="800000"/>
          </a:xfrm>
        </p:spPr>
        <p:txBody>
          <a:bodyPr/>
          <a:p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BgRef Themed Background Slide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t>BgPr Still Works Slide</a:t>
            </a:r>
          </a:p>
        </p:txBody>
      </p:sp>
    </p:spTree>
  </p:cSld>
</p:sld>
</file>

<file path=ppt/theme/theme1.xml><?xml version="1.0" encoding="utf-8"?>
<a:theme xmlns:a="http://schemas.openxmlformats.org/drawingml/2006/main" name="BgRef Theme">
  <a:themeElements>
    <a:clrScheme name="BgRef Colors">
      <a:dk1>
        <a:sysClr val="windowText" lastClr="000000"/>
      </a:dk1>
      <a:lt1>
        <a:srgbClr val="FFFFFF"/>
      </a:lt1>
      <a:dk2>
        <a:srgbClr val="1F1F1F"/>
      </a:dk2>
      <a:lt2>
        <a:srgbClr val="EEEEEE"/>
      </a:lt2>
      <a:accent1>
        <a:srgbClr val="3366CC"/>
      </a:accent1>
      <a:accent2>
        <a:srgbClr val="BF3AC4"/>
      </a:accent2>
      <a:accent3>
        <a:srgbClr val="FE5B38"/>
      </a:accent3>
      <a:accent4>
        <a:srgbClr val="D59DD7"/>
      </a:accent4>
      <a:accent5>
        <a:srgbClr val="FEE298"/>
      </a:accent5>
      <a:accent6>
        <a:srgbClr val="D7D2CA"/>
      </a:accent6>
      <a:hlink>
        <a:srgbClr val="0077D3"/>
      </a:hlink>
      <a:folHlink>
        <a:srgbClr val="0077D3"/>
      </a:folHlink>
    </a:clrScheme>
    <a:fmtScheme name="BgRef Formats">
      <a:fillStyleLst>
        <a:solidFill>
          <a:schemeClr val="phClr"/>
        </a:solidFill>
        <a:gradFill>
          <a:gsLst>
            <a:gs pos="0">
              <a:schemeClr val="phClr"/>
            </a:gs>
          </a:gsLst>
        </a:gradFill>
        <a:gradFill>
          <a:gsLst>
            <a:gs pos="0">
              <a:schemeClr val="phClr"/>
            </a:gs>
          </a:gsLst>
        </a:gradFill>
      </a:fillStyleLst>
      <a:bgFillStyleLst>
        <a:solidFill>
          <a:schemeClr val="accent1"/>
        </a:solidFill>
        <a:gradFill>
          <a:gsLst>
            <a:gs pos="0">
              <a:schemeClr val="accent2"/>
            </a:gs>
          </a:gsLst>
        </a:gradFill>
        <a:gradFill>
          <a:gsLst>
            <a:gs pos="0">
              <a:schemeClr val="accent3"/>
            </a:gs>
          </a:gsLst>
        </a:gradFill>
      </a:bgFillStyleLst>
    </a:fmtScheme>
  </a:themeElements>
</a:theme>
</file>