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Master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accent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BgRef Themed Background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BgPr Still Works Slide</a:t>
            </a:r>
          </a:p>
        </p:txBody>
      </p:sp>
    </p:spTree>
  </p:cSld>
</p:sld>
</file>

<file path=ppt/theme/theme1.xml><?xml version="1.0" encoding="utf-8"?>
<a:theme xmlns:a="http://schemas.openxmlformats.org/drawingml/2006/main" name="BgRef Theme">
  <a:themeElements>
    <a:clrScheme name="BgRef Colors">
      <a:dk1>
        <a:sysClr val="windowText" lastClr="000000"/>
      </a:dk1>
      <a:lt1>
        <a:srgbClr val="FFFFFF"/>
      </a:lt1>
      <a:dk2>
        <a:srgbClr val="1F1F1F"/>
      </a:dk2>
      <a:lt2>
        <a:srgbClr val="EEEEEE"/>
      </a:lt2>
      <a:accent1>
        <a:srgbClr val="3366CC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mtScheme name="BgRef Formats">
      <a:fillStyleLst>
        <a:solidFill>
          <a:schemeClr val="phClr"/>
        </a:solidFill>
        <a:gradFill>
          <a:gsLst>
            <a:gs pos="0">
              <a:schemeClr val="phClr"/>
            </a:gs>
          </a:gsLst>
        </a:gradFill>
        <a:gradFill>
          <a:gsLst>
            <a:gs pos="0">
              <a:schemeClr val="phClr"/>
            </a:gs>
          </a:gsLst>
        </a:gradFill>
      </a:fillStyleLst>
      <a:bgFillStyleLst>
        <a:solidFill>
          <a:schemeClr val="accent1"/>
        </a:solidFill>
        <a:gradFill>
          <a:gsLst>
            <a:gs pos="0">
              <a:schemeClr val="accent2"/>
            </a:gs>
          </a:gsLst>
        </a:gradFill>
        <a:gradFill>
          <a:gsLst>
            <a:gs pos="0">
              <a:schemeClr val="accent3"/>
            </a:gs>
          </a:gsLst>
        </a:gradFill>
      </a:bgFillStyleLst>
    </a:fmtScheme>
  </a:themeElements>
</a:theme>
</file>