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Master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image" Target="../media/layout-image.png"/>
<Relationship Id="rId2" Type="http://schemas.openxmlformats.org/officeDocument/2006/relationships/slideMaster" Target="../slideMasters/slideMaster1.xml"/>
<Relationship Id="rId3" Type="http://schemas.openxmlformats.org/officeDocument/2006/relationships/image" Target="../media/layout-logo.emf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ayout Decoration"/>
          <p:cNvSpPr/>
          <p:nvPr/>
        </p:nvSpPr>
        <p:spPr>
          <a:xfrm>
            <a:off x="100000" y="900000"/>
            <a:ext cx="2000000" cy="300000"/>
          </a:xfrm>
        </p:spPr>
        <p:txBody>
          <a:bodyPr/>
          <a:p>
            <a:r>
              <a:t>Layout Decoration Text</a:t>
            </a:r>
          </a:p>
        </p:txBody>
      </p:sp>
      <p:sp>
        <p:nvSpPr>
          <p:cNvPr id="21" name="Layout Hidden" hidden="1"/>
          <p:cNvSpPr/>
          <p:nvPr/>
        </p:nvSpPr>
        <p:spPr>
          <a:xfrm>
            <a:off x="100000" y="1300000"/>
            <a:ext cx="2000000" cy="300000"/>
          </a:xfrm>
        </p:spPr>
        <p:txBody>
          <a:bodyPr/>
          <a:p>
            <a:r>
              <a:t>Layout Hidden Text</a:t>
            </a:r>
          </a:p>
        </p:txBody>
      </p:sp>
      <p:pic>
        <p:nvPicPr>
          <p:cNvPr id="22" name="Layout Graphic"/>
          <p:cNvPicPr/>
          <p:nvPr/>
        </p:nvPicPr>
        <p:blipFill>
          <a:blip r:embed="rId1"/>
          <a:stretch>
            <a:fillRect/>
          </a:stretch>
        </p:blipFill>
        <p:spPr>
          <a:xfrm>
            <a:off x="6000000" y="1300000"/>
            <a:ext cx="500000" cy="500000"/>
          </a:xfrm>
          <a:prstGeom prst="rect">
            <a:avLst/>
          </a:prstGeom>
        </p:spPr>
      </p:pic>
      <p:pic>
        <p:nvPicPr>
          <p:cNvPr id="23" name="Layout Hidden Pic" hidden="1"/>
          <p:cNvPicPr/>
          <p:nvPr/>
        </p:nvPicPr>
        <p:blipFill>
          <a:blip r:embed="rId1"/>
          <a:stretch>
            <a:fillRect/>
          </a:stretch>
        </p:blipFill>
        <p:spPr>
          <a:xfrm>
            <a:off x="6000000" y="1900000"/>
            <a:ext cx="500000" cy="500000"/>
          </a:xfrm>
          <a:prstGeom prst="rect">
            <a:avLst/>
          </a:prstGeom>
        </p:spPr>
      </p:pic>
      <p:pic>
        <p:nvPicPr>
          <p:cNvPr id="24" name="Layout EMF 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000000" y="2500000"/>
            <a:ext cx="500000" cy="500000"/>
          </a:xfrm>
          <a:prstGeom prst="rect">
            <a:avLst/>
          </a:prstGeom>
        </p:spPr>
      </p:pic>
    </p:spTree>
  </p:cSld>
</p:sldLayout>
</file>

<file path=ppt/slideMasters/_rels/slideMaster1.xml.rels><?xml version="1.0" encoding="UTF-8" standalone="yes"?>
<Relationships xmlns="http://schemas.openxmlformats.org/package/2006/relationships">
<Relationship Id="rId2" Type="http://schemas.openxmlformats.org/officeDocument/2006/relationships/image" Target="../media/master-image.png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Master Decoration"/>
          <p:cNvSpPr/>
          <p:nvPr/>
        </p:nvSpPr>
        <p:spPr>
          <a:xfrm>
            <a:off x="100000" y="100000"/>
            <a:ext cx="2000000" cy="300000"/>
          </a:xfrm>
        </p:spPr>
        <p:txBody>
          <a:bodyPr/>
          <a:p>
            <a:r>
              <a:t>Master Decoration Text</a:t>
            </a:r>
          </a:p>
        </p:txBody>
      </p:sp>
      <p:sp>
        <p:nvSpPr>
          <p:cNvPr id="11" name="Master Hidden" hidden="1"/>
          <p:cNvSpPr/>
          <p:nvPr/>
        </p:nvSpPr>
        <p:spPr>
          <a:xfrm>
            <a:off x="100000" y="500000"/>
            <a:ext cx="2000000" cy="300000"/>
          </a:xfrm>
        </p:spPr>
        <p:txBody>
          <a:bodyPr/>
          <a:p>
            <a:r>
              <a:t>Master Hidden Text</a:t>
            </a:r>
          </a:p>
        </p:txBody>
      </p:sp>
      <p:pic>
        <p:nvPicPr>
          <p:cNvPr id="12" name="Master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6000000" y="100000"/>
            <a:ext cx="500000" cy="500000"/>
          </a:xfrm>
          <a:prstGeom prst="rect">
            <a:avLst/>
          </a:prstGeom>
        </p:spPr>
      </p:pic>
      <p:pic>
        <p:nvPicPr>
          <p:cNvPr id="13" name="Master Hidden Pic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6000000" y="700000"/>
            <a:ext cx="500000" cy="50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00" y="500000"/>
            <a:ext cx="4000000" cy="900000"/>
          </a:xfrm>
        </p:spPr>
        <p:txBody>
          <a:bodyPr/>
          <a:p>
            <a:r>
              <a:t>Slide Own Title</a:t>
            </a:r>
          </a:p>
        </p:txBody>
      </p:sp>
    </p:spTree>
  </p:cSld>
</p:sld>
</file>