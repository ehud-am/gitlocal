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Slide1"/>
  </p:sldIdLst>
  <p:sldSz cx="9144000" cy="6858000"/>
</p:presentation>
</file>

<file path=ppt/_rels/presentation.xml.rels><?xml version="1.0" encoding="UTF-8" standalone="yes"?>
<Relationships xmlns="http://schemas.openxmlformats.org/package/2006/relationships">
<Relationship Id="rIdSlide1" Type="http://schemas.openxmlformats.org/officeDocument/2006/relationships/slide" Target="slides/slide1.xml"/>
<Relationship Id="rIdMaster1" Type="http://schemas.openxmlformats.org/officeDocument/2006/relationships/slideMaster" Target="slideMasters/slideMaster1.xml"/>
<Relationship Id="rIdLayout1" Type="http://schemas.openxmlformats.org/officeDocument/2006/relationships/slideLayout" Target="slideLayouts/slideLayout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p/>
        </p:txBody>
      </p:sp>
    </p:spTree>
  </p:cSld>
</p:sldLayout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000" y="100000"/>
            <a:ext cx="1000000" cy="500000"/>
          </a:xfrm>
        </p:spPr>
        <p:txBody>
          <a:bodyPr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Inherited Title</a:t>
            </a:r>
          </a:p>
        </p:txBody>
      </p:sp>
    </p:spTree>
  </p:cSld>
</p:sld>
</file>