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  <p:sldId id="266" r:id="rIdSlide11"/>
    <p:sldId id="267" r:id="rIdSlide12"/>
    <p:sldId id="268" r:id="rIdSlide13"/>
    <p:sldId id="269" r:id="rIdSlide14"/>
    <p:sldId id="270" r:id="rIdSlide15"/>
    <p:sldId id="271" r:id="rIdSlide16"/>
    <p:sldId id="272" r:id="rIdSlide17"/>
    <p:sldId id="273" r:id="rIdSlide18"/>
    <p:sldId id="274" r:id="rIdSlide19"/>
    <p:sldId id="275" r:id="rIdSlide20"/>
    <p:sldId id="276" r:id="rIdSlide21"/>
    <p:sldId id="277" r:id="rIdSlide22"/>
    <p:sldId id="278" r:id="rIdSlide23"/>
    <p:sldId id="279" r:id="rIdSlide24"/>
    <p:sldId id="280" r:id="rIdSlide25"/>
    <p:sldId id="281" r:id="rIdSlide26"/>
    <p:sldId id="282" r:id="rIdSlide27"/>
    <p:sldId id="283" r:id="rIdSlide28"/>
    <p:sldId id="284" r:id="rIdSlide29"/>
    <p:sldId id="285" r:id="rIdSlide30"/>
    <p:sldId id="286" r:id="rIdSlide31"/>
    <p:sldId id="287" r:id="rIdSlide32"/>
    <p:sldId id="288" r:id="rIdSlide33"/>
    <p:sldId id="289" r:id="rIdSlide34"/>
    <p:sldId id="290" r:id="rIdSlide35"/>
    <p:sldId id="291" r:id="rIdSlide36"/>
    <p:sldId id="292" r:id="rIdSlide37"/>
    <p:sldId id="293" r:id="rIdSlide38"/>
    <p:sldId id="294" r:id="rIdSlide39"/>
    <p:sldId id="295" r:id="rIdSlide40"/>
    <p:sldId id="296" r:id="rIdSlide41"/>
    <p:sldId id="297" r:id="rIdSlide42"/>
    <p:sldId id="298" r:id="rIdSlide43"/>
    <p:sldId id="299" r:id="rIdSlide44"/>
    <p:sldId id="300" r:id="rIdSlide45"/>
    <p:sldId id="301" r:id="rIdSlide46"/>
    <p:sldId id="302" r:id="rIdSlide47"/>
    <p:sldId id="303" r:id="rIdSlide48"/>
    <p:sldId id="304" r:id="rIdSlide49"/>
    <p:sldId id="305" r:id="rIdSlide50"/>
    <p:sldId id="306" r:id="rIdSlide51"/>
    <p:sldId id="307" r:id="rIdSlide52"/>
    <p:sldId id="308" r:id="rIdSlide53"/>
    <p:sldId id="309" r:id="rIdSlide54"/>
    <p:sldId id="310" r:id="rIdSlide55"/>
    <p:sldId id="311" r:id="rIdSlide56"/>
    <p:sldId id="312" r:id="rIdSlide57"/>
    <p:sldId id="313" r:id="rIdSlide58"/>
    <p:sldId id="314" r:id="rIdSlide59"/>
    <p:sldId id="315" r:id="rIdSlide60"/>
  </p:sldIdLst>
  <p:sldSz cx="9144000" cy="6858000"/>
</p:presentation>
</file>

<file path=ppt/_rels/presentation.xml.rels><?xml version="1.0" encoding="UTF-8" standalone="yes"?>
<Relationships xmlns="http://schemas.openxmlformats.org/package/2006/relationships">
<Relationship Id="rIdSlide1" Type="http://schemas.openxmlformats.org/officeDocument/2006/relationships/slide" Target="slides/slide1.xml"/>
<Relationship Id="rIdSlide2" Type="http://schemas.openxmlformats.org/officeDocument/2006/relationships/slide" Target="slides/slide2.xml"/>
<Relationship Id="rIdSlide3" Type="http://schemas.openxmlformats.org/officeDocument/2006/relationships/slide" Target="slides/slide3.xml"/>
<Relationship Id="rIdSlide4" Type="http://schemas.openxmlformats.org/officeDocument/2006/relationships/slide" Target="slides/slide4.xml"/>
<Relationship Id="rIdSlide5" Type="http://schemas.openxmlformats.org/officeDocument/2006/relationships/slide" Target="slides/slide5.xml"/>
<Relationship Id="rIdSlide6" Type="http://schemas.openxmlformats.org/officeDocument/2006/relationships/slide" Target="slides/slide6.xml"/>
<Relationship Id="rIdSlide7" Type="http://schemas.openxmlformats.org/officeDocument/2006/relationships/slide" Target="slides/slide7.xml"/>
<Relationship Id="rIdSlide8" Type="http://schemas.openxmlformats.org/officeDocument/2006/relationships/slide" Target="slides/slide8.xml"/>
<Relationship Id="rIdSlide9" Type="http://schemas.openxmlformats.org/officeDocument/2006/relationships/slide" Target="slides/slide9.xml"/>
<Relationship Id="rIdSlide10" Type="http://schemas.openxmlformats.org/officeDocument/2006/relationships/slide" Target="slides/slide10.xml"/>
<Relationship Id="rIdSlide11" Type="http://schemas.openxmlformats.org/officeDocument/2006/relationships/slide" Target="slides/slide11.xml"/>
<Relationship Id="rIdSlide12" Type="http://schemas.openxmlformats.org/officeDocument/2006/relationships/slide" Target="slides/slide12.xml"/>
<Relationship Id="rIdSlide13" Type="http://schemas.openxmlformats.org/officeDocument/2006/relationships/slide" Target="slides/slide13.xml"/>
<Relationship Id="rIdSlide14" Type="http://schemas.openxmlformats.org/officeDocument/2006/relationships/slide" Target="slides/slide14.xml"/>
<Relationship Id="rIdSlide15" Type="http://schemas.openxmlformats.org/officeDocument/2006/relationships/slide" Target="slides/slide15.xml"/>
<Relationship Id="rIdSlide16" Type="http://schemas.openxmlformats.org/officeDocument/2006/relationships/slide" Target="slides/slide16.xml"/>
<Relationship Id="rIdSlide17" Type="http://schemas.openxmlformats.org/officeDocument/2006/relationships/slide" Target="slides/slide17.xml"/>
<Relationship Id="rIdSlide18" Type="http://schemas.openxmlformats.org/officeDocument/2006/relationships/slide" Target="slides/slide18.xml"/>
<Relationship Id="rIdSlide19" Type="http://schemas.openxmlformats.org/officeDocument/2006/relationships/slide" Target="slides/slide19.xml"/>
<Relationship Id="rIdSlide20" Type="http://schemas.openxmlformats.org/officeDocument/2006/relationships/slide" Target="slides/slide20.xml"/>
<Relationship Id="rIdSlide21" Type="http://schemas.openxmlformats.org/officeDocument/2006/relationships/slide" Target="slides/slide21.xml"/>
<Relationship Id="rIdSlide22" Type="http://schemas.openxmlformats.org/officeDocument/2006/relationships/slide" Target="slides/slide22.xml"/>
<Relationship Id="rIdSlide23" Type="http://schemas.openxmlformats.org/officeDocument/2006/relationships/slide" Target="slides/slide23.xml"/>
<Relationship Id="rIdSlide24" Type="http://schemas.openxmlformats.org/officeDocument/2006/relationships/slide" Target="slides/slide24.xml"/>
<Relationship Id="rIdSlide25" Type="http://schemas.openxmlformats.org/officeDocument/2006/relationships/slide" Target="slides/slide25.xml"/>
<Relationship Id="rIdSlide26" Type="http://schemas.openxmlformats.org/officeDocument/2006/relationships/slide" Target="slides/slide26.xml"/>
<Relationship Id="rIdSlide27" Type="http://schemas.openxmlformats.org/officeDocument/2006/relationships/slide" Target="slides/slide27.xml"/>
<Relationship Id="rIdSlide28" Type="http://schemas.openxmlformats.org/officeDocument/2006/relationships/slide" Target="slides/slide28.xml"/>
<Relationship Id="rIdSlide29" Type="http://schemas.openxmlformats.org/officeDocument/2006/relationships/slide" Target="slides/slide29.xml"/>
<Relationship Id="rIdSlide30" Type="http://schemas.openxmlformats.org/officeDocument/2006/relationships/slide" Target="slides/slide30.xml"/>
<Relationship Id="rIdSlide31" Type="http://schemas.openxmlformats.org/officeDocument/2006/relationships/slide" Target="slides/slide31.xml"/>
<Relationship Id="rIdSlide32" Type="http://schemas.openxmlformats.org/officeDocument/2006/relationships/slide" Target="slides/slide32.xml"/>
<Relationship Id="rIdSlide33" Type="http://schemas.openxmlformats.org/officeDocument/2006/relationships/slide" Target="slides/slide33.xml"/>
<Relationship Id="rIdSlide34" Type="http://schemas.openxmlformats.org/officeDocument/2006/relationships/slide" Target="slides/slide34.xml"/>
<Relationship Id="rIdSlide35" Type="http://schemas.openxmlformats.org/officeDocument/2006/relationships/slide" Target="slides/slide35.xml"/>
<Relationship Id="rIdSlide36" Type="http://schemas.openxmlformats.org/officeDocument/2006/relationships/slide" Target="slides/slide36.xml"/>
<Relationship Id="rIdSlide37" Type="http://schemas.openxmlformats.org/officeDocument/2006/relationships/slide" Target="slides/slide37.xml"/>
<Relationship Id="rIdSlide38" Type="http://schemas.openxmlformats.org/officeDocument/2006/relationships/slide" Target="slides/slide38.xml"/>
<Relationship Id="rIdSlide39" Type="http://schemas.openxmlformats.org/officeDocument/2006/relationships/slide" Target="slides/slide39.xml"/>
<Relationship Id="rIdSlide40" Type="http://schemas.openxmlformats.org/officeDocument/2006/relationships/slide" Target="slides/slide40.xml"/>
<Relationship Id="rIdSlide41" Type="http://schemas.openxmlformats.org/officeDocument/2006/relationships/slide" Target="slides/slide41.xml"/>
<Relationship Id="rIdSlide42" Type="http://schemas.openxmlformats.org/officeDocument/2006/relationships/slide" Target="slides/slide42.xml"/>
<Relationship Id="rIdSlide43" Type="http://schemas.openxmlformats.org/officeDocument/2006/relationships/slide" Target="slides/slide43.xml"/>
<Relationship Id="rIdSlide44" Type="http://schemas.openxmlformats.org/officeDocument/2006/relationships/slide" Target="slides/slide44.xml"/>
<Relationship Id="rIdSlide45" Type="http://schemas.openxmlformats.org/officeDocument/2006/relationships/slide" Target="slides/slide45.xml"/>
<Relationship Id="rIdSlide46" Type="http://schemas.openxmlformats.org/officeDocument/2006/relationships/slide" Target="slides/slide46.xml"/>
<Relationship Id="rIdSlide47" Type="http://schemas.openxmlformats.org/officeDocument/2006/relationships/slide" Target="slides/slide47.xml"/>
<Relationship Id="rIdSlide48" Type="http://schemas.openxmlformats.org/officeDocument/2006/relationships/slide" Target="slides/slide48.xml"/>
<Relationship Id="rIdSlide49" Type="http://schemas.openxmlformats.org/officeDocument/2006/relationships/slide" Target="slides/slide49.xml"/>
<Relationship Id="rIdSlide50" Type="http://schemas.openxmlformats.org/officeDocument/2006/relationships/slide" Target="slides/slide50.xml"/>
<Relationship Id="rIdSlide51" Type="http://schemas.openxmlformats.org/officeDocument/2006/relationships/slide" Target="slides/slide51.xml"/>
<Relationship Id="rIdSlide52" Type="http://schemas.openxmlformats.org/officeDocument/2006/relationships/slide" Target="slides/slide52.xml"/>
<Relationship Id="rIdSlide53" Type="http://schemas.openxmlformats.org/officeDocument/2006/relationships/slide" Target="slides/slide53.xml"/>
<Relationship Id="rIdSlide54" Type="http://schemas.openxmlformats.org/officeDocument/2006/relationships/slide" Target="slides/slide54.xml"/>
<Relationship Id="rIdSlide55" Type="http://schemas.openxmlformats.org/officeDocument/2006/relationships/slide" Target="slides/slide55.xml"/>
<Relationship Id="rIdSlide56" Type="http://schemas.openxmlformats.org/officeDocument/2006/relationships/slide" Target="slides/slide56.xml"/>
<Relationship Id="rIdSlide57" Type="http://schemas.openxmlformats.org/officeDocument/2006/relationships/slide" Target="slides/slide57.xml"/>
<Relationship Id="rIdSlide58" Type="http://schemas.openxmlformats.org/officeDocument/2006/relationships/slide" Target="slides/slide58.xml"/>
<Relationship Id="rIdSlide59" Type="http://schemas.openxmlformats.org/officeDocument/2006/relationships/slide" Target="slides/slide59.xml"/>
<Relationship Id="rIdSlide60" Type="http://schemas.openxmlformats.org/officeDocument/2006/relationships/slide" Target="slides/slide6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2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3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4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5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6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7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8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9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10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11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12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13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14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15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16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17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18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19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20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21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22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23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24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25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26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27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28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29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30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31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32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33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34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35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36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37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38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39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40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41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42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43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44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45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46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47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48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49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50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51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52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53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54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55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56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57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58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59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Slide Number 60</a:t>
            </a:r>
          </a:p>
        </p:txBody>
      </p:sp>
    </p:spTree>
  </p:cSld>
</p:sld>
</file>