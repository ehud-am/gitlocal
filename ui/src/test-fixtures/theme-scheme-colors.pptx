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Slide1"/>
    <p:sldId id="257" r:id="rIdSlide2"/>
    <p:sldId id="258" r:id="rIdSlide3"/>
    <p:sldId id="259" r:id="rIdSlide4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Slide1" Type="http://schemas.openxmlformats.org/officeDocument/2006/relationships/slide" Target="slides/slide1.xml"/>
<Relationship Id="rIdSlide2" Type="http://schemas.openxmlformats.org/officeDocument/2006/relationships/slide" Target="slides/slide2.xml"/>
<Relationship Id="rIdSlide3" Type="http://schemas.openxmlformats.org/officeDocument/2006/relationships/slide" Target="slides/slide3.xml"/>
<Relationship Id="rIdSlide4" Type="http://schemas.openxmlformats.org/officeDocument/2006/relationships/slide" Target="slides/slide4.xml"/>
<Relationship Id="rIdMaster1" Type="http://schemas.openxmlformats.org/officeDocument/2006/relationships/slideMaster" Target="slideMasters/slideMaster1.xml"/>
<Relationship Id="rIdMaster2" Type="http://schemas.openxmlformats.org/officeDocument/2006/relationships/slideMaster" Target="slideMasters/slideMaster2.xml"/>
<Relationship Id="rIdMaster3" Type="http://schemas.openxmlformats.org/officeDocument/2006/relationships/slideMaster" Target="slideMasters/slideMaster3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2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0000" y="400000"/>
            <a:ext cx="4000000" cy="800000"/>
          </a:xfrm>
        </p:spPr>
        <p:txBody>
          <a:bodyPr/>
          <a:p/>
        </p:txBody>
      </p:sp>
    </p:spTree>
  </p:cSld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0000" y="400000"/>
            <a:ext cx="4000000" cy="800000"/>
          </a:xfrm>
        </p:spPr>
        <p:txBody>
          <a:bodyPr/>
          <a:p/>
        </p:txBody>
      </p:sp>
    </p:spTree>
  </p:cSld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0000" y="400000"/>
            <a:ext cx="4000000" cy="800000"/>
          </a:xfrm>
        </p:spPr>
        <p:txBody>
          <a:bodyPr/>
          <a:p/>
        </p:txBody>
      </p:sp>
    </p:spTree>
  </p:cSld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0000" y="400000"/>
            <a:ext cx="4000000" cy="800000"/>
          </a:xfrm>
        </p:spPr>
        <p:txBody>
          <a:bodyPr/>
          <a:p/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/Relationships>
</file>

<file path=ppt/slideMasters/_rels/slideMaster2.xml.rels><?xml version="1.0" encoding="UTF-8" standalone="yes"?>
<Relationships xmlns="http://schemas.openxmlformats.org/package/2006/relationships">
<Relationship Id="rId1" Type="http://schemas.openxmlformats.org/officeDocument/2006/relationships/theme" Target="../theme/theme2.xml"/>
</Relationships>
</file>

<file path=ppt/slideMasters/_rels/slideMaster3.xml.rels><?xml version="1.0" encoding="UTF-8" standalone="yes"?>
<Relationships xmlns="http://schemas.openxmlformats.org/package/2006/relationships">
<Relationship Id="rId1" Type="http://schemas.openxmlformats.org/officeDocument/2006/relationships/theme" Target="../theme/theme3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3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00" y="400000"/>
            <a:ext cx="4000000" cy="800000"/>
          </a:xfrm>
        </p:spPr>
        <p:txBody>
          <a:bodyPr/>
          <a:p>
            <a:r>
              <a:rPr lang="en-US">
                <a:solidFill>
                  <a:schemeClr val="accent1"/>
                </a:solidFill>
              </a:rPr>
              <a:t>Accent Background Slide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Default Mapped Background Slide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SysClr Theme Background Slide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Incomplete Theme Slide</a:t>
            </a:r>
          </a:p>
        </p:txBody>
      </p:sp>
    </p:spTree>
  </p:cSld>
</p:sld>
</file>

<file path=ppt/theme/theme1.xml><?xml version="1.0" encoding="utf-8"?>
<a:theme xmlns:a="http://schemas.openxmlformats.org/drawingml/2006/main" name="Theme One">
  <a:themeElements>
    <a:clrScheme name="Theme One Colors">
      <a:dk1>
        <a:sysClr val="windowText" lastClr="000000"/>
      </a:dk1>
      <a:lt1>
        <a:srgbClr val="FFFFFF"/>
      </a:lt1>
      <a:dk2>
        <a:srgbClr val="1F1F1F"/>
      </a:dk2>
      <a:lt2>
        <a:srgbClr val="EEEEEE"/>
      </a:lt2>
      <a:accent1>
        <a:srgbClr val="FF6600"/>
      </a:accent1>
      <a:accent2>
        <a:srgbClr val="BF3AC4"/>
      </a:accent2>
      <a:accent3>
        <a:srgbClr val="FE5B38"/>
      </a:accent3>
      <a:accent4>
        <a:srgbClr val="D59DD7"/>
      </a:accent4>
      <a:accent5>
        <a:srgbClr val="FEE298"/>
      </a:accent5>
      <a:accent6>
        <a:srgbClr val="D7D2CA"/>
      </a:accent6>
      <a:hlink>
        <a:srgbClr val="0077D3"/>
      </a:hlink>
      <a:folHlink>
        <a:srgbClr val="0077D3"/>
      </a:folHlink>
    </a:clrScheme>
  </a:themeElements>
</a:theme>
</file>

<file path=ppt/theme/theme2.xml><?xml version="1.0" encoding="utf-8"?>
<a:theme xmlns:a="http://schemas.openxmlformats.org/drawingml/2006/main" name="Theme Two">
  <a:themeElements>
    <a:clrScheme name="Theme Two Colors">
      <a:dk1>
        <a:sysClr val="windowText" lastClr="000000"/>
      </a:dk1>
      <a:lt1>
        <a:sysClr val="window" lastClr="F5F5F5"/>
      </a:lt1>
      <a:dk2>
        <a:srgbClr val="1F1F1F"/>
      </a:dk2>
      <a:lt2>
        <a:srgbClr val="EEEEEE"/>
      </a:lt2>
      <a:accent1>
        <a:srgbClr val="FF6600"/>
      </a:accent1>
      <a:accent2>
        <a:srgbClr val="BF3AC4"/>
      </a:accent2>
      <a:accent3>
        <a:srgbClr val="FE5B38"/>
      </a:accent3>
      <a:accent4>
        <a:srgbClr val="D59DD7"/>
      </a:accent4>
      <a:accent5>
        <a:srgbClr val="FEE298"/>
      </a:accent5>
      <a:accent6>
        <a:srgbClr val="D7D2CA"/>
      </a:accent6>
      <a:hlink>
        <a:srgbClr val="0077D3"/>
      </a:hlink>
      <a:folHlink>
        <a:srgbClr val="0077D3"/>
      </a:folHlink>
    </a:clrScheme>
  </a:themeElements>
</a:theme>
</file>

<file path=ppt/theme/theme3.xml><?xml version="1.0" encoding="utf-8"?>
<a:theme xmlns:a="http://schemas.openxmlformats.org/drawingml/2006/main" name="Theme Three">
  <a:themeElements>
    <a:clrScheme name="Theme Three Colors">
      <a:dk1>
        <a:sysClr val="windowText" lastClr="000000"/>
      </a:dk1>
      <a:dk2>
        <a:srgbClr val="1F1F1F"/>
      </a:dk2>
      <a:lt2>
        <a:srgbClr val="EEEEEE"/>
      </a:lt2>
      <a:accent1>
        <a:srgbClr val="FF6600"/>
      </a:accent1>
      <a:accent2>
        <a:srgbClr val="BF3AC4"/>
      </a:accent2>
      <a:accent3>
        <a:srgbClr val="FE5B38"/>
      </a:accent3>
      <a:accent4>
        <a:srgbClr val="D59DD7"/>
      </a:accent4>
      <a:accent5>
        <a:srgbClr val="FEE298"/>
      </a:accent5>
      <a:accent6>
        <a:srgbClr val="D7D2CA"/>
      </a:accent6>
      <a:hlink>
        <a:srgbClr val="0077D3"/>
      </a:hlink>
      <a:folHlink>
        <a:srgbClr val="0077D3"/>
      </a:folHlink>
    </a:clrScheme>
  </a:themeElements>
</a:theme>
</file>