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  <p:sldId id="257" r:id="rIdSlide2"/>
    <p:sldId id="258" r:id="rIdSlide3"/>
    <p:sldId id="259" r:id="rIdSlide4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Relationship Id="rIdSlide3" Type="http://schemas.openxmlformats.org/officeDocument/2006/relationships/slide" Target="slides/slide3.xml"/>
<Relationship Id="rIdSlide4" Type="http://schemas.openxmlformats.org/officeDocument/2006/relationships/slide" Target="slides/slide4.xml"/>
</Relationships>
</file>

<file path=ppt/slides/_rels/slide2.xml.rels><?xml version="1.0" encoding="UTF-8" standalone="yes"?>
<Relationships xmlns="http://schemas.openxmlformats.org/package/2006/relationships">
<Relationship Id="rId2" Type="http://schemas.openxmlformats.org/officeDocument/2006/relationships/image" Target="../media/inner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0" y="100000"/>
            <a:ext cx="3000000" cy="500000"/>
          </a:xfrm>
        </p:spPr>
        <p:txBody>
          <a:bodyPr/>
          <a:p>
            <a:r>
              <a:t>Flat Group Slide</a:t>
            </a:r>
          </a:p>
        </p:txBody>
      </p:sp>
      <p:grpSp>
        <p:nvGrpSpPr>
          <p:cNvPr id="20" name="Flat Group"/>
          <p:cNvGrpSpPr/>
          <p:nvPr/>
        </p:nvGrpSpPr>
        <p:grpSpPr>
          <a:xfrm>
            <a:off x="1000000" y="1000000"/>
            <a:ext cx="2000000" cy="1000000"/>
            <a:chOff x="0" y="0"/>
            <a:chExt cx="4000000" cy="2000000"/>
          </a:xfrm>
        </p:grpSpPr>
        <p:sp>
          <p:nvSpPr>
            <p:cNvPr id="10" name="Group Child A"/>
            <p:cNvSpPr/>
            <p:nvPr/>
          </p:nvSpPr>
          <p:spPr>
            <a:xfrm>
              <a:off x="0" y="0"/>
              <a:ext cx="1000000" cy="500000"/>
            </a:xfrm>
          </p:spPr>
          <p:txBody>
            <a:bodyPr/>
            <a:p>
              <a:r>
                <a:t>Group Child A</a:t>
              </a:r>
            </a:p>
          </p:txBody>
        </p:sp>
        <p:sp>
          <p:nvSpPr>
            <p:cNvPr id="11" name="Group Child B"/>
            <p:cNvSpPr/>
            <p:nvPr/>
          </p:nvSpPr>
          <p:spPr>
            <a:xfrm>
              <a:off x="2000000" y="1000000"/>
              <a:ext cx="1000000" cy="500000"/>
            </a:xfrm>
          </p:spPr>
          <p:txBody>
            <a:bodyPr/>
            <a:p>
              <a:r>
                <a:t>Group Child B</a:t>
              </a:r>
            </a:p>
          </p:txBody>
        </p:sp>
      </p:grp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0" y="100000"/>
            <a:ext cx="3000000" cy="500000"/>
          </a:xfrm>
        </p:spPr>
        <p:txBody>
          <a:bodyPr/>
          <a:p>
            <a:r>
              <a:t>Nested Group Slide</a:t>
            </a:r>
          </a:p>
        </p:txBody>
      </p:sp>
      <p:grpSp>
        <p:nvGrpSpPr>
          <p:cNvPr id="33" name="Outer Group"/>
          <p:cNvGrpSpPr/>
          <p:nvPr/>
        </p:nvGrpSpPr>
        <p:grpSpPr>
          <a:xfrm>
            <a:off x="2000000" y="2000000"/>
            <a:ext cx="2000000" cy="2000000"/>
            <a:chOff x="0" y="0"/>
            <a:chExt cx="1000000" cy="1000000"/>
          </a:xfrm>
        </p:grpSpPr>
        <p:grpSp>
          <p:nvGrpSpPr>
            <p:cNvPr id="32" name="Inner Group"/>
            <p:cNvGrpSpPr/>
            <p:nvPr/>
          </p:nvGrpSpPr>
          <p:grpSpPr>
            <a:xfrm>
              <a:off x="0" y="0"/>
              <a:ext cx="500000" cy="500000"/>
              <a:chOff x="0" y="0"/>
              <a:chExt cx="1000000" cy="1000000"/>
            </a:xfrm>
          </p:grpSpPr>
          <p:sp>
            <p:nvSpPr>
              <p:cNvPr id="30" name="Inner Child"/>
              <p:cNvSpPr/>
              <p:nvPr/>
            </p:nvSpPr>
            <p:spPr>
              <a:xfrm>
                <a:off x="0" y="0"/>
                <a:ext cx="500000" cy="500000"/>
              </a:xfrm>
            </p:spPr>
            <p:txBody>
              <a:bodyPr/>
              <a:p>
                <a:r>
                  <a:t>Inner Group Text</a:t>
                </a:r>
              </a:p>
            </p:txBody>
          </p:sp>
          <p:pic>
            <p:nvPicPr>
              <p:cNvPr id="31" name="Inner Pic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000" y="0"/>
                <a:ext cx="500000" cy="500000"/>
              </a:xfrm>
              <a:prstGeom prst="rect">
                <a:avLst/>
              </a:prstGeom>
            </p:spPr>
          </p:pic>
        </p:grpSp>
      </p:grp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0" y="100000"/>
            <a:ext cx="3000000" cy="500000"/>
          </a:xfrm>
        </p:spPr>
        <p:txBody>
          <a:bodyPr/>
          <a:p>
            <a:r>
              <a:t>Hidden Group Slide</a:t>
            </a:r>
          </a:p>
        </p:txBody>
      </p:sp>
      <p:grpSp>
        <p:nvGrpSpPr>
          <p:cNvPr id="41" name="Hidden Group" hidden="1"/>
          <p:cNvGrpSpPr/>
          <p:nvPr/>
        </p:nvGrpSpPr>
        <p:grpSpPr>
          <a:xfrm>
            <a:off x="1000000" y="1000000"/>
            <a:ext cx="1000000" cy="500000"/>
            <a:chOff x="0" y="0"/>
            <a:chExt cx="1000000" cy="500000"/>
          </a:xfrm>
        </p:grpSpPr>
        <p:sp>
          <p:nvSpPr>
            <p:cNvPr id="40" name="Hidden Group Child"/>
            <p:cNvSpPr/>
            <p:nvPr/>
          </p:nvSpPr>
          <p:spPr>
            <a:xfrm>
              <a:off x="0" y="0"/>
              <a:ext cx="1000000" cy="500000"/>
            </a:xfrm>
          </p:spPr>
          <p:txBody>
            <a:bodyPr/>
            <a:p>
              <a:r>
                <a:t>Should Not Render</a:t>
              </a:r>
            </a:p>
          </p:txBody>
        </p:sp>
      </p:grp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0" y="100000"/>
            <a:ext cx="3000000" cy="500000"/>
          </a:xfrm>
        </p:spPr>
        <p:txBody>
          <a:bodyPr/>
          <a:p>
            <a:r>
              <a:t>Group Edge Cases Slide</a:t>
            </a:r>
          </a:p>
        </p:txBody>
      </p:sp>
      <p:grpSp>
        <p:nvGrpSpPr>
          <p:cNvPr id="51" name="No Xfrm Group"/>
          <p:cNvGrpSpPr/>
          <p:nvPr/>
        </p:nvGrpSpPr>
        <p:grpSpPr/>
        <p:sp>
          <p:nvSpPr>
            <p:cNvPr id="50" name="No Xfrm Child"/>
            <p:cNvSpPr/>
            <p:nvPr/>
          </p:nvSpPr>
          <p:spPr>
            <a:xfrm>
              <a:off x="1000000" y="1000000"/>
              <a:ext cx="500000" cy="500000"/>
            </a:xfrm>
          </p:spPr>
          <p:txBody>
            <a:bodyPr/>
            <a:p>
              <a:r>
                <a:t>No Xfrm Group Child</a:t>
              </a:r>
            </a:p>
          </p:txBody>
        </p:sp>
      </p:grpSp>
      <p:grpSp>
        <p:nvGrpSpPr>
          <p:cNvPr id="53" name="No ChExt Group"/>
          <p:cNvGrpSpPr/>
          <p:nvPr/>
        </p:nvGrpSpPr>
        <p:grpSpPr>
          <a:xfrm>
            <a:off x="500000" y="500000"/>
            <a:ext cx="2000000" cy="2000000"/>
          </a:xfrm>
        </p:grpSpPr>
        <p:sp>
          <p:nvSpPr>
            <p:cNvPr id="52" name="No ChExt Child"/>
            <p:cNvSpPr/>
            <p:nvPr/>
          </p:nvSpPr>
          <p:spPr>
            <a:xfrm>
              <a:off x="0" y="0"/>
              <a:ext cx="300000" cy="300000"/>
            </a:xfrm>
          </p:spPr>
          <p:txBody>
            <a:bodyPr/>
            <a:p>
              <a:r>
                <a:t>No ChExt Group Child</a:t>
              </a:r>
            </a:p>
          </p:txBody>
        </p:sp>
      </p:grpSp>
      <p:grpSp>
        <p:nvGrpSpPr>
          <p:cNvPr id="59" name="Group With Hidden Content"/>
          <p:cNvGrpSpPr/>
          <p:nvPr/>
        </p:nvGrpSpPr>
        <p:grpSpPr>
          <a:xfrm>
            <a:off x="3000000" y="1000000"/>
            <a:ext cx="1000000" cy="1000000"/>
            <a:chOff x="0" y="0"/>
            <a:chExt cx="1000000" cy="1000000"/>
          </a:xfrm>
        </p:grpSpPr>
        <p:sp>
          <p:nvSpPr>
            <p:cNvPr id="54" name="Visible Child"/>
            <p:cNvSpPr/>
            <p:nvPr/>
          </p:nvSpPr>
          <p:spPr>
            <a:xfrm>
              <a:off x="0" y="0"/>
              <a:ext cx="300000" cy="300000"/>
            </a:xfrm>
          </p:spPr>
          <p:txBody>
            <a:bodyPr/>
            <a:p>
              <a:r>
                <a:t>Visible Child In Group</a:t>
              </a:r>
            </a:p>
          </p:txBody>
        </p:sp>
        <p:sp>
          <p:nvSpPr>
            <p:cNvPr id="55" name="Hidden Child" hidden="1"/>
            <p:cNvSpPr/>
            <p:nvPr/>
          </p:nvSpPr>
          <p:spPr>
            <a:xfrm>
              <a:off x="0" y="300000"/>
              <a:ext cx="300000" cy="300000"/>
            </a:xfrm>
          </p:spPr>
          <p:txBody>
            <a:bodyPr/>
            <a:p>
              <a:r>
                <a:t>Hidden Child In Group</a:t>
              </a:r>
            </a:p>
          </p:txBody>
        </p:sp>
        <p:sp>
          <p:nvSpPr>
            <p:cNvPr id="56" name="Empty Run Child"/>
            <p:cNvSpPr/>
            <p:nvPr/>
          </p:nvSpPr>
          <p:spPr>
            <a:xfrm>
              <a:off x="0" y="600000"/>
              <a:ext cx="300000" cy="300000"/>
            </a:xfrm>
          </p:spPr>
          <p:txBody>
            <a:bodyPr/>
            <a:p>
              <a:r>
                <a:t/>
              </a:r>
            </a:p>
          </p:txBody>
        </p:sp>
        <p:sp>
          <p:nvSpPr>
            <p:cNvPr id="60" name="No TxBody Child"/>
            <p:cNvSpPr/>
            <p:nvPr/>
          </p:nvSpPr>
          <p:spPr>
            <a:xfrm>
              <a:off x="0" y="900000"/>
              <a:ext cx="300000" cy="300000"/>
            </a:xfrm>
          </p:spPr>
        </p:sp>
        <p:grpSp>
          <p:nvGrpSpPr>
            <p:cNvPr id="58" name="Nested Hidden Group" hidden="1"/>
            <p:cNvGrpSpPr/>
            <p:nvPr/>
          </p:nvGrpSpPr>
          <p:grpSpPr>
            <a:xfrm>
              <a:off x="900000" y="0"/>
              <a:ext cx="300000" cy="300000"/>
              <a:chOff x="0" y="0"/>
              <a:chExt cx="300000" cy="300000"/>
            </a:xfrm>
          </p:grpSpPr>
          <p:sp>
            <p:nvSpPr>
              <p:cNvPr id="57" name="Nested Hidden Child"/>
              <p:cNvSpPr/>
              <p:nvPr/>
            </p:nvSpPr>
            <p:spPr>
              <a:xfrm>
                <a:off x="0" y="0"/>
                <a:ext cx="300000" cy="300000"/>
              </a:xfrm>
            </p:spPr>
            <p:txBody>
              <a:bodyPr/>
              <a:p>
                <a:r>
                  <a:t>Should Not Render Nested</a:t>
                </a:r>
              </a:p>
            </p:txBody>
          </p:sp>
        </p:grpSp>
      </p:grpSp>
      <p:grpSp>
        <p:nvGrpSpPr>
          <p:cNvPr id="65" name="Zero Size Group"/>
          <p:cNvGrpSpPr/>
          <p:nvPr/>
        </p:nvGrpSpPr>
        <p:grpSpPr>
          <a:xfrm>
            <a:off x="4500000" y="1000000"/>
            <a:ext cx="0" cy="0"/>
          </a:xfrm>
        </p:grpSpPr>
        <p:sp>
          <p:nvSpPr>
            <p:cNvPr id="64" name="Zero Size Group Child"/>
            <p:cNvSpPr/>
            <p:nvPr/>
          </p:nvSpPr>
          <p:spPr>
            <a:xfrm>
              <a:off x="0" y="0"/>
              <a:ext cx="100000" cy="100000"/>
            </a:xfrm>
          </p:spPr>
          <p:txBody>
            <a:bodyPr/>
            <a:p>
              <a:r>
                <a:t>Zero Size Group Child</a:t>
              </a:r>
            </a:p>
          </p:txBody>
        </p:sp>
      </p:grpSp>
    </p:spTree>
  </p:cSld>
</p:sld>
</file>