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  <p:sldId id="258" r:id="rId4"/>
    <p:sldId id="259" r:id="rId5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/>
        </p:txBody>
      </p:sp>
    </p:spTree>
  </p:cSld>
</p:note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 b="1" sz="4400">
                <a:solidFill>
                  <a:srgbClr val="1A1A1A"/>
                </a:solidFill>
              </a:rPr>
              <a:t>Plain Run Slide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685800" y="1600200"/>
            <a:ext cx="7772400" cy="600000"/>
          </a:xfrm>
        </p:spPr>
        <p:txBody>
          <a:bodyPr/>
          <a:p>
            <a:r>
              <a:rPr lang="en-US"/>
              <a:t>Unformatted body text.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 b="1" sz="4400">
                <a:solidFill>
                  <a:srgbClr val="1A1A1A"/>
                </a:solidFill>
              </a:rPr>
              <a:t>Broken Image Slide</a:t>
            </a:r>
          </a:p>
        </p:txBody>
      </p:sp>
      <p:pic>
        <p:nvPicPr>
          <p:cNvPr id="3" name="Picture"/>
          <p:cNvPicPr/>
          <p:nvPr/>
        </p:nvPicPr>
        <p:blipFill>
          <a:blip r:embed="rId9"/>
          <a:stretch>
            <a:fillRect/>
          </a:stretch>
        </p:blipFill>
        <p:spPr>
          <a:xfrm>
            <a:off x="685800" y="2286000"/>
            <a:ext cx="1828800" cy="1828800"/>
          </a:xfr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 b="1" sz="4400">
                <a:solidFill>
                  <a:srgbClr val="1A1A1A"/>
                </a:solidFill>
              </a:rPr>
              <a:t>Empty Notes Slide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 b="1" sz="4400">
                <a:solidFill>
                  <a:srgbClr val="1A1A1A"/>
                </a:solidFill>
              </a:rPr>
              <a:t>Edge Case Run Slide</a:t>
            </a:r>
          </a:p>
        </p:txBody>
      </p:sp>
      <p:sp>
        <p:nvSpPr>
          <p:cNvPr id="5" name="Italic"/>
          <p:cNvSpPr>
            <a:spLocks noGrp="1"/>
          </p:cNvSpPr>
          <p:nvPr/>
        </p:nvSpPr>
        <p:spPr>
          <a:xfrm>
            <a:off x="685800" y="1600200"/>
            <a:ext cx="3000000" cy="500000"/>
          </a:xfrm>
        </p:spPr>
        <p:txBody>
          <a:bodyPr/>
          <a:p>
            <a:r>
              <a:t/>
            </a:r>
            <a:r>
              <a:rPr lang="en-US" i="1"/>
              <a:t>Italic run text.</a:t>
            </a:r>
            <a:r>
              <a:t>No-rPr run text.</a:t>
            </a:r>
          </a:p>
        </p:txBody>
      </p:sp>
      <p:sp>
        <p:nvSpPr>
          <p:cNvPr id="6" name="Empty"/>
          <p:cNvSpPr>
            <a:spLocks noGrp="1"/>
          </p:cNvSpPr>
          <p:nvPr/>
        </p:nvSpPr>
        <p:spPr>
          <a:xfrm>
            <a:off x="685800" y="2600200"/>
            <a:ext cx="3000000" cy="500000"/>
          </a:xfrm>
        </p:spPr>
        <p:txBody>
          <a:bodyPr/>
          <a:p/>
        </p:txBody>
      </p:sp>
      <p:sp>
        <p:nvSpPr>
          <p:cNvPr id="7" name="NoPosition"/>
          <p:cNvSpPr>
            <a:spLocks noGrp="1"/>
          </p:cNvSpPr>
          <p:nvPr/>
        </p:nvSpPr>
        <p:spPr/>
        <p:txBody>
          <a:bodyPr/>
          <a:p>
            <a:r>
              <a:t>Unpositioned run text.</a:t>
            </a:r>
          </a:p>
        </p:txBody>
      </p:sp>
      <p:sp>
        <p:nvSpPr>
          <p:cNvPr id="8" name="NoTxBody"/>
          <p:cNvSpPr>
            <a:spLocks noGrp="1"/>
          </p:cNvSpPr>
          <p:nvPr/>
        </p:nvSpPr>
        <p:spPr>
          <a:xfrm>
            <a:off x="0" y="0"/>
            <a:ext cx="100" cy="100"/>
          </a:xfrm>
        </p:spPr>
      </p:sp>
    </p:spTree>
  </p:cSld>
</p:sld>
</file>