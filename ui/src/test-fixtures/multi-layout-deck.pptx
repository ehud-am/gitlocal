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  <p:sldId id="258" r:id="rIdSlide3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Slide3" Type="http://schemas.openxmlformats.org/officeDocument/2006/relationships/slide" Target="slides/slide3.xml"/>
<Relationship Id="rIdMaster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 idx="1"/>
          </p:nvPr>
        </p:nvSpPr>
        <p:spPr>
          <a:xfrm>
            <a:off x="457200" y="274638"/>
            <a:ext cx="8229600" cy="1143000"/>
          </a:xfrm>
        </p:spPr>
        <p:txBody>
          <a:bodyPr/>
          <a:p/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600200"/>
          </a:xfrm>
        </p:spPr>
        <p:txBody>
          <a:bodyPr/>
          <a:p/>
        </p:txBody>
      </p:sp>
    </p:spTree>
  </p:cSld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t>Layout One Title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Layout Two Title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00" y="1000000"/>
            <a:ext cx="5000000" cy="900000"/>
          </a:xfrm>
        </p:spPr>
        <p:txBody>
          <a:bodyPr/>
          <a:p>
            <a:r>
              <a:t>Overridden Title</a:t>
            </a:r>
          </a:p>
        </p:txBody>
      </p:sp>
    </p:spTree>
  </p:cSld>
</p:sld>
</file>