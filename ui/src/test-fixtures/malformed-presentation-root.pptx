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 standalone="yes"?>
<p:notA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 b="1" sz="4400">
                <a:solidFill>
                  <a:srgbClr val="1A1A1A"/>
                </a:solidFill>
              </a:rPr>
              <a:t>Unreachable</a:t>
            </a:r>
          </a:p>
        </p:txBody>
      </p:sp>
    </p:spTree>
  </p:cSld>
</p:sld>
</file>