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</Relationships>
</file>

<file path=ppt/slides/slide1.xml><?xml version="1.0" encoding="UTF-8" standalone="yes"?>
<p:notASlide xmlns:a="http://schemas.openxmlformats.org/drawingml/2006/main" xmlns:r="http://schemas.openxmlformats.org/officeDocument/2006/relationships" xmlns:p="http://schemas.openxmlformats.org/presentationml/2006/main">
  <p:cSld>
    
    <p:spTree>
      <p:nvGrpSpPr><p:cNvPr id="1" name=""/><p:cNvGrpSpPr/><p:nvPr/></p:nvGrpSpPr>
      <p:grpSpPr/>
      <p:sp>
        <p:nvSpPr><p:cNvPr id="2" name="Title"/><p:cNvSpPr><a:spLocks noGrp="1"/></p:cNvSpPr><p:nvPr/></p:nvSpPr>
        <p:spPr><a:xfrm><a:off x="685800" y="457200"/><a:ext cx="7772400" cy="1143000"/></a:xfrm></p:spPr>
        <p:txBody>
          <a:bodyPr/>
          <a:p><a:r><a:rPr lang="en-US" b="1" sz="4400"><a:solidFill><a:srgbClr val="1A1A1A"/></a:solidFill></a:rPr><a:t>Unreachable</a:t></a:r></a:p>
        </p:txBody>
      </p:sp>
      
      
      
    </p:spTree>
  </p:cSld>
</p:sld>
</file>