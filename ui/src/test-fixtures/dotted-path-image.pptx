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</p:sldIdLst>
  <p:sldSz cx="9144000" cy="6858000"/>
</p:presentation>
</file>

<file path=ppt/_rels/presentation.xml.rels><?xml version="1.0" encoding="UTF-8" standalone="yes"?>
<Relationships xmlns="http://schemas.openxmlformats.org/package/2006/relationships">
  <Relationship Id="rId2" Type="http://schemas.openxmlformats.org/officeDocument/2006/relationships/slide" Target="slides/slide1.xml"/>
</Relationships>
</file>

<file path=ppt/slides/_rels/slide1.xml.rels><?xml version="1.0" encoding="UTF-8" standalone="yes"?>
<Relationships xmlns="http://schemas.openxmlformats.org/package/2006/relationships">
  <Relationship Id="rId2" Type="http://schemas.openxmlformats.org/officeDocument/2006/relationships/image" Target="./../media/image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7772400" cy="1143000"/>
          </a:xfrm>
        </p:spPr>
        <p:txBody>
          <a:bodyPr/>
          <a:p>
            <a:r>
              <a:rPr lang="en-US" b="1" sz="4400">
                <a:solidFill>
                  <a:srgbClr val="1A1A1A"/>
                </a:solidFill>
              </a:rPr>
              <a:t>Dotted Path Image</a:t>
            </a:r>
          </a:p>
        </p:txBody>
      </p:sp>
      <p:pic>
        <p:nvPicPr>
          <p:cNvPr id="3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" y="2286000"/>
            <a:ext cx="1828800" cy="1828800"/>
          </a:xfrm>
        </p:spPr>
      </p:pic>
    </p:spTree>
  </p:cSld>
</p:sld>
</file>