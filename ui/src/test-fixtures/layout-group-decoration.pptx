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" name="Layout Visible Group"/>
          <p:cNvGrpSpPr/>
          <p:nvPr/>
        </p:nvGrpSpPr>
        <p:grpSpPr>
          <a:xfrm>
            <a:off x="1000000" y="1000000"/>
            <a:ext cx="500000" cy="500000"/>
            <a:chOff x="0" y="0"/>
            <a:chExt cx="500000" cy="500000"/>
          </a:xfrm>
        </p:grpSpPr>
        <p:sp>
          <p:nvSpPr>
            <p:cNvPr id="60" name="Layout Group Child"/>
            <p:cNvSpPr/>
            <p:nvPr/>
          </p:nvSpPr>
          <p:spPr>
            <a:xfrm>
              <a:off x="0" y="0"/>
              <a:ext cx="500000" cy="500000"/>
            </a:xfrm>
          </p:spPr>
          <p:txBody>
            <a:bodyPr/>
            <a:p>
              <a:r>
                <a:t>Layout Group Decoration</a:t>
              </a:r>
            </a:p>
          </p:txBody>
        </p:sp>
      </p:grpSp>
      <p:grpSp>
        <p:nvGrpSpPr>
          <p:cNvPr id="63" name="Layout Hidden Group" hidden="1"/>
          <p:cNvGrpSpPr/>
          <p:nvPr/>
        </p:nvGrpSpPr>
        <p:grpSpPr>
          <a:xfrm>
            <a:off x="2000000" y="1000000"/>
            <a:ext cx="500000" cy="500000"/>
            <a:chOff x="0" y="0"/>
            <a:chExt cx="500000" cy="500000"/>
          </a:xfrm>
        </p:grpSpPr>
        <p:sp>
          <p:nvSpPr>
            <p:cNvPr id="62" name="Layout Hidden Group Child"/>
            <p:cNvSpPr/>
            <p:nvPr/>
          </p:nvSpPr>
          <p:spPr>
            <a:xfrm>
              <a:off x="0" y="0"/>
              <a:ext cx="500000" cy="500000"/>
            </a:xfrm>
          </p:spPr>
          <p:txBody>
            <a:bodyPr/>
            <a:p>
              <a:r>
                <a:t>Layout Hidden Group Should Not Render</a:t>
              </a:r>
            </a:p>
          </p:txBody>
        </p:sp>
      </p:grpSp>
    </p:spTree>
  </p:cSld>
</p:sldLayout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3000000" cy="500000"/>
          </a:xfrm>
        </p:spPr>
        <p:txBody>
          <a:bodyPr/>
          <a:p>
            <a:r>
              <a:t>Layout Group Decoration Slide</a:t>
            </a:r>
          </a:p>
        </p:txBody>
      </p:sp>
    </p:spTree>
  </p:cSld>
</p:sld>
</file>