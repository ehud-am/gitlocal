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2"/>
    <p:sldId id="257" r:id="rId3"/>
  </p:sldIdLst>
  <p:sldSz cx="9144000" cy="6858000"/>
</p:presentation>
</file>

<file path=ppt/_rels/presentation.xml.rels><?xml version="1.0" encoding="UTF-8" standalone="yes"?>
<Relationships xmlns="http://schemas.openxmlformats.org/package/2006/relationships">
  <Relationship Id="rId2" Type="http://schemas.openxmlformats.org/officeDocument/2006/relationships/slide" Target="slides/slide1.xml"/>
  <Relationship Id="rId3" Type="http://schemas.openxmlformats.org/officeDocument/2006/relationships/slide" Target="slides/slide2.xml"/>
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/>
              <a:t>This deck demonstrates GitLocal's read-only PowerPoint preview: positioned text, formatting, and speaker notes like this one.</a:t>
            </a:r>
          </a:p>
        </p:txBody>
      </p:sp>
    </p:spTree>
  </p:cSld>
</p:notes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685800" y="1600200"/>
            <a:ext cx="7772400" cy="1143000"/>
          </a:xfrm>
        </p:spPr>
        <p:txBody>
          <a:bodyPr/>
          <a:p>
            <a:r>
              <a:rPr lang="en-US" b="1" sz="4400">
                <a:solidFill>
                  <a:srgbClr val="1A1A1A"/>
                </a:solidFill>
              </a:rPr>
              <a:t>GitLocal Preview Samples</a:t>
            </a:r>
          </a:p>
        </p:txBody>
      </p:sp>
      <p:sp>
        <p:nvSpPr>
          <p:cNvPr id="3" name="Subtitle"/>
          <p:cNvSpPr>
            <a:spLocks noGrp="1"/>
          </p:cNvSpPr>
          <p:nvPr/>
        </p:nvSpPr>
        <p:spPr>
          <a:xfrm>
            <a:off x="685800" y="2971800"/>
            <a:ext cx="7772400" cy="685800"/>
          </a:xfrm>
        </p:spPr>
        <p:txBody>
          <a:bodyPr/>
          <a:p>
            <a:r>
              <a:rPr lang="en-US" i="1" sz="2000">
                <a:solidFill>
                  <a:srgbClr val="555555"/>
                </a:solidFill>
              </a:rPr>
              <a:t>A sample deck for the built-in PowerPoint preview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685800" y="457200"/>
            <a:ext cx="7772400" cy="1143000"/>
          </a:xfrm>
        </p:spPr>
        <p:txBody>
          <a:bodyPr/>
          <a:p>
            <a:r>
              <a:rPr lang="en-US" b="1" sz="3600">
                <a:solidFill>
                  <a:srgbClr val="1A1A1A"/>
                </a:solidFill>
              </a:rPr>
              <a:t>Supported preview types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85800" y="1828800"/>
            <a:ext cx="7772400" cy="4114800"/>
          </a:xfrm>
        </p:spPr>
        <p:txBody>
          <a:bodyPr/>
          <a:p>
            <a:r>
              <a:rPr lang="en-US" sz="2000">
                <a:solidFill>
                  <a:srgbClr val="333333"/>
                </a:solidFill>
              </a:rPr>
              <a:t>Markdown, JSON, text, images, SVG</a:t>
            </a:r>
          </a:p>
          <a:p>
            <a:r>
              <a:rPr lang="en-US" sz="2000">
                <a:solidFill>
                  <a:srgbClr val="333333"/>
                </a:solidFill>
              </a:rPr>
              <a:t>PDF and CSV</a:t>
            </a:r>
          </a:p>
          <a:p>
            <a:r>
              <a:rPr lang="en-US" sz="2000">
                <a:solidFill>
                  <a:srgbClr val="333333"/>
                </a:solidFill>
              </a:rPr>
              <a:t>Excel workbooks (.xlsx, .xls)</a:t>
            </a:r>
          </a:p>
          <a:p>
            <a:r>
              <a:rPr lang="en-US" b="1" sz="2000">
                <a:solidFill>
                  <a:srgbClr val="0B5FFF"/>
                </a:solidFill>
              </a:rPr>
              <a:t>PowerPoint decks (.pptx) -- this slide!</a:t>
            </a:r>
          </a:p>
        </p:txBody>
      </p:sp>
    </p:spTree>
  </p:cSld>
</p:sld>
</file>